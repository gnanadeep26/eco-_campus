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424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E0B3"/>
                </a:solidFill>
              </a:defRPr>
            </a:pPr>
            <a:r>
              <a:t>🌿 EcoCampus</a:t>
            </a:r>
          </a:p>
          <a:p>
            <a:pPr>
              <a:spcBef>
                <a:spcPts val="1800"/>
              </a:spcBef>
              <a:defRPr sz="3800" b="1">
                <a:solidFill>
                  <a:srgbClr val="FFFFFF"/>
                </a:solidFill>
              </a:defRPr>
            </a:pPr>
            <a:r>
              <a:t>AI-Powered Sustainable Campus</a:t>
            </a:r>
          </a:p>
          <a:p>
            <a:pPr>
              <a:spcBef>
                <a:spcPts val="1600"/>
              </a:spcBef>
              <a:defRPr sz="2100">
                <a:solidFill>
                  <a:srgbClr val="DAEFE3"/>
                </a:solidFill>
              </a:defRPr>
            </a:pPr>
            <a:r>
              <a:t>A Digital Twin concept for monitoring waste, water, and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E0B3"/>
                </a:solidFill>
              </a:defRPr>
            </a:pPr>
            <a:r>
              <a:t>Beginner-friendly software prototype · Simulated data · Browser-based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C312B"/>
                </a:solidFill>
              </a:defRPr>
            </a:pPr>
            <a:r>
              <a:t>Campuses use water, electricity, and waste services every day.</a:t>
            </a:r>
          </a:p>
          <a:p>
            <a:pPr>
              <a:spcAft>
                <a:spcPts val="1600"/>
              </a:spcAft>
              <a:defRPr sz="2000">
                <a:solidFill>
                  <a:srgbClr val="1C312B"/>
                </a:solidFill>
              </a:defRPr>
            </a:pPr>
            <a:r>
              <a:t>Issues may go unnoticed: overflowing bins, unusual water flow, and unnecessary energy use.</a:t>
            </a:r>
          </a:p>
          <a:p>
            <a:pPr>
              <a:spcAft>
                <a:spcPts val="1600"/>
              </a:spcAft>
              <a:defRPr sz="2000">
                <a:solidFill>
                  <a:srgbClr val="1C312B"/>
                </a:solidFill>
              </a:defRPr>
            </a:pPr>
            <a:r>
              <a:t>A unified dashboard can help campus teams see issues and prioritize action.</a:t>
            </a:r>
          </a:p>
          <a:p>
            <a:pPr>
              <a:spcAft>
                <a:spcPts val="1600"/>
              </a:spcAft>
              <a:defRPr sz="2000">
                <a:solidFill>
                  <a:srgbClr val="1C312B"/>
                </a:solidFill>
              </a:defRPr>
            </a:pPr>
            <a:r>
              <a:t>Goal: demonstrate monitoring and recommendations with a small, affordable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Represent selected campus locations in a Digital Twin-style map.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Display simulated readings for bin fill, water flow, and energy usage.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Use configurable rules to flag possible problems.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Generate a clear report with recommended human actions.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Keep the prototype simple enough to run on a laptop.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Key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AI: computer methods for tasks such as pattern recognition and prediction.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Digital Twin: a digital representation of a physical system connected to data.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Computer Vision: AI that interprets images or video.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Sensor Data: measurements such as flow, distance, temperature, or energy.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GenAI: technology that generates text, summaries, and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Campus map with clickable buildings and color-coded status.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Simulated sensors for bin fill, water flow, and electricity usage.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Automatic demo alerts based on thresholds.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Report generator that summarizes current values and suggests next steps.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Future extension: real sensors, computer vision, and a GenAI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1. Simulated readings entered with dashboard controls.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2. JavaScript applies threshold rules to identify conditions for review.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3. Campus map and alert panel update to show location and status.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4. Report template summarizes values and practical next actions.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5. Future version can add backend, database, real sensors, and GenAI.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Prototype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Interactive Digital Twin-style campus map.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Three adjustable readings: bin fill, water flow, and energy use.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Color-coded states: normal, warning, and needs attention.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Live issue list that changes as the sliders move.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Report generator and reset button for repeatable demonstrations.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HTML: structure of the website.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CSS: layout, colors, and responsive design.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JavaScript: interactive controls, threshold rules, alerts, and report.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Browser: runs the prototype without installing software.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Future options: Python/Flask, SQLite/Firebase, ESP32 sensors, OpenCV/YOLO, GenAI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Demo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Bin fill ≥ 80% → schedule waste collection.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Water flow ≥ 15 L/min → inspect for possible leakage.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Energy use ≥ 180 kWh → review schedules and equipment.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These values are illustrative for the demo, not universal limits.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Real thresholds must be calibrated to campus conditions and equipment.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Sustainability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Helps staff prioritize waste collection and inspections.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Encourages monitoring and comparison of resource use over time.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Provides a single view of issues and recommended actions.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Can support evidence-based improvements when real data is collected.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Benefits and savings must be measured; this prototype does not prove actual savings.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Limitations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Current readings are simulated, not from real campus sensors.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The current report uses rules and templates, not a live GenAI model.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Computer Vision is described as a future module and is not implemented here.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Unusual water flow is a signal to inspect, not proof of leakage.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Protect privacy, minimize camera use, validate alerts, and keep a human in the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Phase 1: run the browser demo and test the sliders.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Phase 2: add image upload and a tested vision model.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Phase 3: connect suitable sensors through an ESP32 and backend.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Phase 4: save historical readings and display trends.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Phase 5: connect GenAI to verified data and evaluate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C312B"/>
                </a:solidFill>
              </a:defRPr>
            </a:pPr>
            <a:r>
              <a:t>EcoCampus demonstrates how a campus digital representation can organize sustainability signals.</a:t>
            </a:r>
          </a:p>
          <a:p>
            <a:pPr>
              <a:spcAft>
                <a:spcPts val="1600"/>
              </a:spcAft>
              <a:defRPr sz="2000">
                <a:solidFill>
                  <a:srgbClr val="1C312B"/>
                </a:solidFill>
              </a:defRPr>
            </a:pPr>
            <a:r>
              <a:t>The laptop prototype makes monitoring, alerts, and reporting easy to demonstrate.</a:t>
            </a:r>
          </a:p>
          <a:p>
            <a:pPr>
              <a:spcAft>
                <a:spcPts val="1600"/>
              </a:spcAft>
              <a:defRPr sz="2000">
                <a:solidFill>
                  <a:srgbClr val="1C312B"/>
                </a:solidFill>
              </a:defRPr>
            </a:pPr>
            <a:r>
              <a:t>Simulated data enables low-cost development before hardware is available.</a:t>
            </a:r>
          </a:p>
          <a:p>
            <a:pPr>
              <a:spcAft>
                <a:spcPts val="1600"/>
              </a:spcAft>
              <a:defRPr sz="2000">
                <a:solidFill>
                  <a:srgbClr val="1C312B"/>
                </a:solidFill>
              </a:defRPr>
            </a:pPr>
            <a:r>
              <a:t>Next step: pilot one campus area and validate results with real measurements.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Open index.html in a browser.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Select Canteen on the map and increase/decrease bin fill.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Change water flow and energy values; watch alerts update.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Click Generate report to show current findings and next steps.</a:t>
            </a:r>
          </a:p>
          <a:p>
            <a:pPr>
              <a:spcAft>
                <a:spcPts val="1600"/>
              </a:spcAft>
              <a:defRPr sz="1800">
                <a:solidFill>
                  <a:srgbClr val="1C312B"/>
                </a:solidFill>
              </a:defRPr>
            </a:pPr>
            <a:r>
              <a:t>Explain clearly which elements are simulated and what is future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2E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C312B"/>
                </a:solidFill>
              </a:defRPr>
            </a:pPr>
            <a:r>
              <a:t>EcoCampus — Small steps toward a more sustainable campus.</a:t>
            </a:r>
          </a:p>
          <a:p>
            <a:pPr>
              <a:spcAft>
                <a:spcPts val="1600"/>
              </a:spcAft>
              <a:defRPr sz="2000">
                <a:solidFill>
                  <a:srgbClr val="1C312B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786D"/>
                </a:solidFill>
              </a:defRPr>
            </a:pPr>
            <a:r>
              <a:t>EcoCampus · Student Prototype · 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